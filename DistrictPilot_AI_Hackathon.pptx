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DistrictPilot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9B6F6"/>
                </a:solidFill>
                <a:latin typeface="Calibri"/>
              </a:defRPr>
            </a:pPr>
            <a:r>
              <a:t>Snowflake-Native Move-in Demand Orchestration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서초 · 영등포 · 중구  전입·이사 기반 홈서비스 수요 오케스트레이션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BE"/>
                </a:solidFill>
                <a:latin typeface="Calibri"/>
              </a:defRPr>
            </a:pPr>
            <a:r>
              <a:t>Snowflake Korea Hackathon 2026  |  Tech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E"/>
                </a:solidFill>
                <a:latin typeface="Calibri"/>
              </a:defRPr>
            </a:pPr>
            <a:r>
              <a:t>Doeon Kim  |  github.com/KIM3310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"다음 달 서초·영등포·중구 중</a:t>
            </a:r>
            <a:br/>
            <a:r>
              <a:t>어디에서 전입 직후 수요를 먼저 잡을 것인가?"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기존: 경험과 감에 의존한 지역 집행</a:t>
            </a:r>
          </a:p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문제: 전입·이사 신호와 소비 반응, 운영 제약을 같이 읽기 어려움</a:t>
            </a:r>
          </a:p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결과: 타이밍 미스, 과집행/미집행, 설치·운영 리스크 누적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20040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  <a:latin typeface="Calibri"/>
              </a:defRPr>
            </a:pPr>
            <a:r>
              <a:t>DistrictPilot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8600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전입 신호 감지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수요 근거 제시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실시간 갱신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운영 액션 연결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Sponsor (Snowflake Marketplace)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유동인구 / 카드소비 / 자산소득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법정동 → 구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Richgo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매매/전세 시세 / 인구이동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시군구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AJD (Optional)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렌탈 / 통신 / 마케팅 / CS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별도 통합 시 사용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645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F43"/>
                </a:solidFill>
                <a:latin typeface="Calibri"/>
              </a:defRPr>
            </a:pPr>
            <a:r>
              <a:t>전입 신호 + 소비 반응 + 운영 액션을 한 문제로 묶는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External (Public Open Data)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023360"/>
          <a:ext cx="5486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License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한국천문연구원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공휴일/특일 캘린더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행정안전부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연령·성별 주민등록 인구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한국관광 데이터랩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관광수요/외래객 지수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서울시 상권분석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상권변화지표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234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SPH + Richgo + 공휴일 + 연령 + 관광 + 상권 (AJD optional)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Feature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48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DT_FEATURE_MART -&gt; FEATURE_MART_V2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30632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DISTRICTPILOT_FORECAST_V2 + Semantic View + Cortex Search + AI_COMPLETE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9776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AI_COMPLETE Structured Output -&gt; Capture Plan + Operator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892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Streamlit in Snowflake (Capture Plan | Signals | AI | Scenario | Ops)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5806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Tasks (daily refresh / weekly retrain) + V_APP_HEALTH + Query Tags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외부 데이터 추가로 정량적 MAPE 개선 증명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Y-only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스폰서 매출 데이터만 (baseline)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Holiday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공휴일/연휴/영업일수 추가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Demographics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20-39세/시니어 연령구조 추가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Tourism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관광수요/외래객 지수 추가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상권안정도/점포변동 추가 (production)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645920"/>
            <a:ext cx="4114800" cy="3657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  <a:latin typeface="Calibri"/>
              </a:defRPr>
            </a:pPr>
            <a:r>
              <a:t>MAPE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Model A → E: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MAPE 단계적 감소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SHOW_EVALUATION_METRICS()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로 cross-validation 기반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out-of-sample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앱 Allocation 탭에서 실시간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EXPLAIN_FEATURE_IMPORTANCE() — 왜 이 구가 높은가?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서초구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TOTAL_SALES lag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HOLIDAY_DAYS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AGE_20_39_SHARE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STABILITY_SCORE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영등포구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NET_MOVE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WORK_POP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TOURISM_IDX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COFFEE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중구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FOREIGN_VISITOR_IDX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VISIT_POP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ACCOMMODATION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NET_STORE_CHANGE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E"/>
                </a:solidFill>
                <a:latin typeface="Calibri"/>
              </a:defRPr>
            </a:pPr>
            <a:r>
              <a:t>Feature importance 0~1 범위 정규화, 상대적 중요도 기반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Streamlit — Capture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서초구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31.2%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영등포구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중구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33.0%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Actual vs Forecast Overlay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6858000" cy="2743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8BE"/>
                </a:solidFill>
                <a:latin typeface="Calibri"/>
              </a:defRPr>
            </a:pPr>
            <a:r>
              <a:t>[3구 시계열 차트: Actual 실선 + Forecast 점선]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Ablation MAPE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474720"/>
            <a:ext cx="3657600" cy="2743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8BE"/>
                </a:solidFill>
                <a:latin typeface="Calibri"/>
              </a:defRPr>
            </a:pPr>
            <a:r>
              <a:t>[Model A→E</a:t>
            </a:r>
            <a:br/>
            <a:r>
              <a:t>MAPE 개선 차트]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9B6F6"/>
                </a:solidFill>
                <a:latin typeface="Calibri"/>
              </a:defRPr>
            </a:pPr>
            <a:r>
              <a:t>Streamlit — Move-in Signals + AI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Move-in Signals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KPI: 전입 세대 / 순이동 / 카드소비 / 자산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연령구조: 20-39세, 60세+ 비중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관광수요: 수요지수, 외래객 지수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상권건강: 안정도, 순 점포 변동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Feature Importance 차트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3구 비교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Playbook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AI_COMPLETE Structured 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"recommended_district": "영등포구"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"allocation_pct": 42.0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"drivers": ["전입 증가", "카드소비 강세"]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"risk": "중구 관광 편중 변동성"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"next_action": "설치 인력과 체험 오퍼 우선 배치"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Feature Mart JSON 컨텍스트 주입</a:t>
            </a:r>
            <a:br/>
            <a:r>
              <a:t>→ Grounded Recommendation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Snowflake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Semantic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143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DISTRICTPILOT_SV — 비즈니스 메트릭/차원/관계 정의, AI 지침 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Cortex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013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Semantic View 기반 정확한 SQL 생성, RBAC 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14015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973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Cortex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9735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정책/룰북 하이브리드 검색 (벡터 + 키워드)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181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AI_COMPLETE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181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Structured output (JSON schema) + CORTEX.COMPLETE fallback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ML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7647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외생변수 + evaluation + feature importance + ablation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Dynamic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34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DT_FEATURE_MART + FEATURE_MART_V2 serving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47488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93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932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매일 06:00 갱신 + 주 1회 재학습 + 자동 재시도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05856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515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Streamlit in 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75157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Owner's rights, 데이터 외부 미유출, RBAC 접근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Operations / Trust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858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DT_FEATURE_MART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1h target lag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FEATURE_MART_V2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Serving 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 input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TASK_REFRESH_PIPELINE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Daily 06:00 KST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TASK_RETRAIN_FORECAST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Weekly Mon 07:00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V_APP_HEALTH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Real-time monitoring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DISTRICTPILOT_FORECAST_V2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E (production)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188720"/>
            <a:ext cx="3657600" cy="475488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  <a:latin typeface="Calibri"/>
              </a:defRPr>
            </a:pPr>
            <a:r>
              <a:t>Security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202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Streamlit: Owner's rights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Cortex: RBAC 연동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Query tag: JSON 추적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데이터: Marketplace 내부 복제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Governance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스폰서 데이터 미공유/미배포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외부 데이터: 공공누리 1유형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라이선스 링크 코드 내 명시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9B6F6"/>
                </a:solidFill>
                <a:latin typeface="Calibri"/>
              </a:defRPr>
            </a:pPr>
            <a:r>
              <a:t>One Engine, One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같은 엔진이 획득 전략과 운영 실행을 동시에 연결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B6F6"/>
                </a:solidFill>
                <a:latin typeface="Calibri"/>
              </a:defRPr>
            </a:pPr>
            <a:r>
              <a:t>획득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전입 직후 타깃 캠페인 우선순위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구별 집행 강도와 채널 믹스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체험 오퍼/번들 제안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B2B/B2C 권역 공략 순서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월간 시나리오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Calibri"/>
              </a:defRPr>
            </a:pPr>
            <a:r>
              <a:t>운영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설치 가능 지역/시간대 점검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현장 인력·재고 선배치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오피스/관광 권역 운영 제약 반영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CS 에스컬레이션과 고위험 구역 관리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실험 예산과 후속 조정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~$80/month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6400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Cost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 WH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X-Small, auto-suspend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~$30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LLM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mistral-large2, ~50 calls/day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~$25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Streamlit hosting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SiS included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1h refresh, 2 DTs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~$10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Daily + Weekly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~1GB total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AJD 선택 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00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상품/채널 수준 추천까지 확장 가능한 옵션 레이어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Cortex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Analyst + Search + Custom tool 오케스트레이션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11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Managed MCP로 외부 시스템 안전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Native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617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Marketplace listing으로 앱 배포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4864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25개 구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623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서울 전체 → 수도권 → 전국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Tech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FEATURE_MART_V2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확장 Feature Mart (50+ features)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DT_FEATURE_MART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자동 갱신 (1h lag)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DISTRICTPILOT_FORECAST_V2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E (production)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DISTRICTPILOT_SV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View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Analyst용 메트릭 정의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DISTRICTPILOT_SEARCH_SVC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Search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정책/룰북 검색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ABLATION_RESULTS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Table/View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 모델 MAPE/SMAPE/MAE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FORECAST_RESULTS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예측 결과 serving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TASK_REFRESH_PIPELINE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매일 06:00 KST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TASK_RETRAIN_FORECAST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매주 월 07:00 KST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V_APP_HEALTH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운영 상태 모니터링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POLICY_DOCUMENTS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근거 정책 문서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의사결정의 6단계 증거 — 모두 Snowflake-native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DISTRICTPILOT_FORECAST_V2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276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3구 x 다월 예측, 평가 지표와 함께 검증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04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04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04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EXPLAIN_FEATURE_IMPORTANCE()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048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Top-5 기여도 + ablation 개선 증명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82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Semantic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DISTRICTPILOT_SV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821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VQR 10개, SQL규칙 13개, synonym 100+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Search Grounding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959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CORTEX.SEARCH()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593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외부 컨텍스트 근거, hallucination 방지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Structured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736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AI_COMPLETE() + CORTEX.COMPLETE()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736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JSON action card + confidence 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4068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44068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13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513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Refresh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513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V_APP_HEALTH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5138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LAG_SEC, 갱신 이력, task 상태, query_tag 감사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alibri"/>
              </a:defRPr>
            </a:pPr>
            <a:r>
              <a:t>모든 단계가 Snowflake 안에서 완결 — 데이터가 밖으로 나가지 않습니다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9B6F6"/>
                </a:solidFill>
                <a:latin typeface="Calibri"/>
              </a:defRPr>
            </a:pPr>
            <a:r>
              <a:t>DistrictPilot AI — Snowflake-Native Move-in Demand Orchestration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t>Doeon Kim  |  github.com/KIM3310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A8BE"/>
                </a:solidFill>
                <a:latin typeface="Calibr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
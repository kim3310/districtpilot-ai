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9B5E8"/>
                </a:solidFill>
              </a:defRPr>
            </a:pPr>
            <a:r>
              <a:t>DistrictPilot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서초/영등포/중구 전입·이사 수요 오케스트레이션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</a:defRPr>
            </a:pPr>
            <a:r>
              <a:t>Snowflake Korea Hackathon 2026 — Tech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Doeon Kim  |  100% Snowflake Native  |  v8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"다음 달 서초·영등포·중구 중 어디에서 전입·이사 직후</a:t>
            </a:r>
            <a:br/>
            <a:r>
              <a:t>홈서비스 수요를 가장 먼저 잡아야 하는가?"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기존 방식: 경험과 감에 의존</a:t>
            </a:r>
            <a:br/>
            <a:br/>
            <a:r>
              <a:t>→ DistrictPilot AI:</a:t>
            </a:r>
            <a:br/>
            <a:r>
              <a:t>  1. 어느 구를 먼저 공략?</a:t>
            </a:r>
            <a:br/>
            <a:r>
              <a:t>  2. 어느 강도로 집행?</a:t>
            </a:r>
            <a:br/>
            <a:r>
              <a:t>  3. 어떤 실행 액션?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데이터 수렴:</a:t>
            </a:r>
            <a:br/>
            <a:r>
              <a:t>• SPH: 유동인구 + 카드소비 + 자산</a:t>
            </a:r>
            <a:br/>
            <a:r>
              <a:t>• Richgo: 부동산 시세 + 인구이동</a:t>
            </a:r>
            <a:br/>
            <a:r>
              <a:t>• AJD: 렌탈/통신/CS</a:t>
            </a:r>
            <a:br/>
            <a:r>
              <a:t>• 공개 4종: 공휴일/연령/관광/상권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72시간 골든타임 — 이사 직후가 승부처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🏢 민간 사업자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설치 인력 45% 서초구 집중 배치</a:t>
            </a:r>
            <a:br/>
            <a:r>
              <a:t>• 1인가구 전입 → 정수기/공기청정기 오퍼</a:t>
            </a:r>
            <a:br/>
            <a:r>
              <a:t>• 가족 전입 → 가전 번들 + 온보딩 혜택</a:t>
            </a:r>
            <a:br/>
            <a:r>
              <a:t>• 이사 직후 72시간 골든타임 캡처</a:t>
            </a:r>
            <a:br/>
            <a:r>
              <a:t>• 렌탈 전환율 + CS 인입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🏛️ 자치구 행정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전입신고 창구 2→4개 확대</a:t>
            </a:r>
            <a:br/>
            <a:r>
              <a:t>• 청년(20-39) 전입 → 주거 지원금 안내</a:t>
            </a:r>
            <a:br/>
            <a:r>
              <a:t>• 가족 전입 → 보육시설 사전 준비</a:t>
            </a:r>
            <a:br/>
            <a:r>
              <a:t>• 고령 전입 → 노인 돌봄 인력 배치</a:t>
            </a:r>
            <a:br/>
            <a:r>
              <a:t>• 상권 불안정 → 소상공인 지원금 우선 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→ 비용은 동일, 임팩트는 2배. 하나의 Snowflake 계정에서 민간·공공 동시 서빙.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아키텍처 — 100% Snowflake 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Data → Marketplace (SPH + Richgo) + 공공데이터 4종</a:t>
            </a:r>
            <a:br/>
            <a:r>
              <a:t>   ↓</a:t>
            </a:r>
            <a:br/>
            <a:r>
              <a:t>Feature Store → DT_FEATURE_MART → FEATURE_MART_V2 (50+ features)</a:t>
            </a:r>
            <a:br/>
            <a:r>
              <a:t>   ↓                    ↓</a:t>
            </a:r>
            <a:br/>
            <a:r>
              <a:t>ML FORECAST (Ablation A→E)    Cortex Search (정책 grounding)</a:t>
            </a:r>
            <a:br/>
            <a:r>
              <a:t>   ↓                    ↓</a:t>
            </a:r>
            <a:br/>
            <a:r>
              <a:t>AI_COMPLETE (Structured Output)    Scenario Simulation</a:t>
            </a:r>
            <a:br/>
            <a:r>
              <a:t>   ↓</a:t>
            </a:r>
            <a:br/>
            <a:r>
              <a:t>Streamlit in Snowflake (5 tabs)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Snowflake 기능 통합 (8개)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SPH + Richgo + AJD 스폰서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ML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외생변수 + Ablation 5모델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Dynamic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1h lag 자동 갱신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Daily/Weekly 자동 재학습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AI_COMPLETE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구조화 JSON 액션 카드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Cortex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정책 문서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Snowpark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Session API + 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5E8"/>
                </a:solidFill>
              </a:defRPr>
            </a:pPr>
            <a:r>
              <a:t>Streamlit in 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5탭 대시보드 + 에이전트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Ablation Study — 외부 데이터 효과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Model A: 스폰서 데이터만 (Y-only baseline)</a:t>
            </a:r>
            <a:br/>
            <a:r>
              <a:t>Model B: + 공휴일 캘린더</a:t>
            </a:r>
            <a:br/>
            <a:r>
              <a:t>Model C: + 연령 구조</a:t>
            </a:r>
            <a:br/>
            <a:r>
              <a:t>Model D: + 관광 수요</a:t>
            </a:r>
            <a:br/>
            <a:r>
              <a:t>Model E: + 상권 안정성 = Production</a:t>
            </a:r>
            <a:br/>
            <a:br/>
            <a:r>
              <a:t>→ SHOW_EVALUATION_METRICS()로 MAPE/SMAPE/MAE 정량 비교</a:t>
            </a:r>
            <a:br/>
            <a:r>
              <a:t>→ EXPLAIN_FEATURE_IMPORTANCE()로 핵심 신호 순위 확인</a:t>
            </a:r>
            <a:br/>
            <a:r>
              <a:t>→ 95% 신뢰구간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5E8"/>
                </a:solidFill>
              </a:defRPr>
            </a:pPr>
            <a:r>
              <a:t>7단계 증거 체인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① Forecast Metric — ML FORECAST, MAPE &lt; 10%, 95%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② Feature Importance — Top-5 기여도 + Ablation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③ Semantic View — VQR 10개, SQL규칙 13개, 한국어 Synonym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④ Search Grounding — 정책 문서로 hallucination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⑤ AI_COMPLETE — JSON action card (추천 구/강도/리스크)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⑥ AJD Rental Signal — 렌탈 전환율, CS 인입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⑦ DT Refresh State — 실시간 LAG, Task 상태, query tag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심사 기준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문제 정의 및 접근법 (20점)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전입→홈서비스 도메인 핏, SPH+Richgo+AJD 자연 수렴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기술 구현 (30점)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8개 Snowflake 기능 통합, Ablation 5모델, DT/Tasks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결과 품질 및 인사이트 (30점)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MAPE 정량 비교, Feature Importance, 95% CI, 정책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761"/>
                </a:solidFill>
              </a:defRPr>
            </a:pPr>
            <a:r>
              <a:t>발표 품질 (20점)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5탭 라이브 데모, Judge Fast Path, Q&amp;A 7문항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라이브 데모 — Streamlit in 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Capture Plan: 다음 달 집행 강도 + Actual vs Forecast +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Move-in Signals: 구별 인사이트 + AJD 렌탈 +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AI Playbook: AI_COMPLETE structured output + Cortex Search 인용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Scenario Lab: 예산 시뮬레이션 + AI vs 사용자 비교 + 편차 경고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</a:defRPr>
            </a:pPr>
            <a:r>
              <a:t>Ops / Trust: DT 상태 + 실행 컨텍스트 + 데이터 투명성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1. AJD 실데이터 완전 통합 → 상품/채널 수준 추천</a:t>
            </a:r>
            <a:br/>
            <a:r>
              <a:t>2. Cortex Agent 오케스트레이션</a:t>
            </a:r>
            <a:br/>
            <a:r>
              <a:t>3. Managed MCP Server</a:t>
            </a:r>
            <a:br/>
            <a:r>
              <a:t>4. Native App → Marketplace 배포</a:t>
            </a:r>
            <a:br/>
            <a:br/>
            <a:r>
              <a:t>월 비용: ~$80 (Compute WH X-Small + Cortex + Streamlit + DT)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9B5E8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DistrictPilot AI — 전입·이사 신호를 홈서비스 액션으로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Doeon Kim  |  GitHub: KIM3310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